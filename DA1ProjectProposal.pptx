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274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731520"/>
            <a:ext cx="2286000" cy="2286000"/>
          </a:xfrm>
          <a:prstGeom prst="ellipse">
            <a:avLst/>
          </a:prstGeom>
          <a:solidFill>
            <a:srgbClr val="13C4A3">
              <a:alpha val="40000"/>
            </a:srgbClr>
          </a:solidFill>
          <a:ln w="12700">
            <a:solidFill>
              <a:srgbClr val="13C4A3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822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🚁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DA1 — Project Proposal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Emergency</a:t>
            </a:r>
            <a:endParaRPr lang="en-US" sz="4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Assistant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obstacle-aware emergency landing for drones</a:t>
            </a:r>
          </a:p>
          <a:p>
            <a:r>
              <a:rPr lang="en-US" sz="15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NAMES: Rajsekhar Singha Roy, Shubham Dubey, Aditya Tripathi</a:t>
            </a:r>
          </a:p>
          <a:p>
            <a:r>
              <a:rPr lang="en-US" sz="150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 23BAI1321, 23BAI1344, 23BAI1356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Drones Course  |  SDG 9 — Industry &amp; Innovation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crash when battery is critically low and no safe landing zone is identified in time.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 during descent is largely absent in low-cost drone setups.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damage hardware, pose safety risks, and reduce trust in drone technology.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widely adopted, low-cost module addresses autonomous emergency landing — most systems only focus on obstacle avoidance during flight.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94960" y="1143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FF3CD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9496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Safety 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1508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drones injure people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damage property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94960" y="2286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D6EAF8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Economic Loss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2651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crashes destroy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hardware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3429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D5F5E3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3429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Missing Solution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37947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low-cost autonomous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landing module exists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landing is a real, unsolved safety problem in drone engineering. Unlike obstacle avoidance (which most students build), a smart emergency landing module addresses drone reliability end-to-end — from flight to ground — making drones genuinely safer for real-world deployment.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OBJECTIVES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battery voltage in real-time via Pixhawk telemetry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obstacles below drone using ultrasonic sensor during descent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automated hover + alert when critical thresholds are hit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execute landing at a safer nearby spot if obstacle detected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system on a real drone within 4-week timeline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097280"/>
            <a:ext cx="45720" cy="3474720"/>
          </a:xfrm>
          <a:prstGeom prst="rect">
            <a:avLst/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1A6496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13C4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18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aligns: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1508760"/>
            <a:ext cx="5486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Develops a novel low-cost safety innovation for autonomous drone systems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Promotes resilient and smart infrastructure for drone-based delivery, agriculture, and surveillance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Encourages responsible use of innovative technology in real-world environments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Reduces operational losses caused by drone crashes, supporting scalable industrial drone adoption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Enables safer drone operations in remote or high-risk regions where infrastructure is limited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D6E8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43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1463040" cy="36576"/>
          </a:xfrm>
          <a:prstGeom prst="rect">
            <a:avLst/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212848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distance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drone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Pixhawk telemetry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battery 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051560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D6E8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143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9748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2103120"/>
            <a:ext cx="1463040" cy="36576"/>
          </a:xfrm>
          <a:prstGeom prst="rect">
            <a:avLst/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70632" y="2212848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ESP32/Arduino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thresholds: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Battery &lt; 20%?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Obstacle &lt; 1.5m?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051560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D6E8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43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66360" y="2103120"/>
            <a:ext cx="1463040" cy="36576"/>
          </a:xfrm>
          <a:prstGeom prst="rect">
            <a:avLst/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02352" y="2212848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critical: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Hover drone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Scan for clear zone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Trigger alert buzzer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60920" y="1051560"/>
            <a:ext cx="1737360" cy="3474720"/>
          </a:xfrm>
          <a:prstGeom prst="roundRect">
            <a:avLst>
              <a:gd name="adj" fmla="val 4211"/>
            </a:avLst>
          </a:prstGeom>
          <a:solidFill>
            <a:srgbClr val="D6E8F7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60920" y="1143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🛬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60920" y="1783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2103120"/>
            <a:ext cx="1463040" cy="36576"/>
          </a:xfrm>
          <a:prstGeom prst="rect">
            <a:avLst/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34072" y="2212848"/>
            <a:ext cx="1600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override signal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Pixhawk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safe landing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hold + alert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3484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6656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Requirements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92608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417320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417320"/>
            <a:ext cx="310896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93008" y="1417320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417320"/>
            <a:ext cx="1463040" cy="347472"/>
          </a:xfrm>
          <a:prstGeom prst="rect">
            <a:avLst/>
          </a:prstGeom>
          <a:solidFill>
            <a:srgbClr val="0B2545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47688" y="1417320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Cost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76479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Sensor (HC-SR04)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764792"/>
            <a:ext cx="3108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76479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obstacle distance below drone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764792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176479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₹150–300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12264"/>
            <a:ext cx="292608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112264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 Arduino Nano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2112264"/>
            <a:ext cx="310896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93008" y="2112264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processing unit for decision logic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112264"/>
            <a:ext cx="146304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7688" y="2112264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₹400–700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5973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45973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Pixhawk Flight Controller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2459736"/>
            <a:ext cx="3108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459736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autopilot + telemetry interface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2459736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47688" y="2459736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/ ₹8K+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807208"/>
            <a:ext cx="292608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2807208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Module (433/915 MHz)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29000" y="2807208"/>
            <a:ext cx="310896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2807208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Pixhawk data link to ESP32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2807208"/>
            <a:ext cx="146304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47688" y="2807208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₹2,000–4,000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15468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" y="3154680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429000" y="3154680"/>
            <a:ext cx="3108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3154680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Audible alert on emergency trigger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3154680"/>
            <a:ext cx="1463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47688" y="3154680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₹30–50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502152"/>
            <a:ext cx="292608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" y="3502152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Wires, mounts, breadboard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429000" y="3502152"/>
            <a:ext cx="310896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93008" y="3502152"/>
            <a:ext cx="3044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hardware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3502152"/>
            <a:ext cx="1463040" cy="347472"/>
          </a:xfrm>
          <a:prstGeom prst="rect">
            <a:avLst/>
          </a:prstGeom>
          <a:solidFill>
            <a:srgbClr val="E8F4FD"/>
          </a:solidFill>
          <a:ln w="6350">
            <a:solidFill>
              <a:srgbClr val="B0C4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47688" y="3502152"/>
            <a:ext cx="1399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TOOLS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4370832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/ PlatformIO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468880" y="4370832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Planner (Pixhawk config)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480560" y="4370832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0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 protocol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92240" y="4370832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92240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(simulation/logging)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+ ESP32 integration is well-documented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MAVLink protocol allows reliable Pixhawk communication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landing logic is implementable in 200-300 lines of code</a:t>
            </a:r>
            <a:endParaRPr lang="en-US" sz="13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available locally or via Amazon/Robu.in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82219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Pixhawk override latency → pre-test timing on bench setup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 → software filtering + threshold hysteresis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5720" cy="3840480"/>
          </a:xfrm>
          <a:prstGeom prst="rect">
            <a:avLst/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44475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E8F4FD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4447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microcontroller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0" y="14447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₹550–1,000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190195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E8F4FD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9019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module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1901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₹2,000–4,000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20640" y="235915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E8F4FD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3591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hardware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98080" y="23591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20640" y="2816352"/>
            <a:ext cx="3657600" cy="384048"/>
          </a:xfrm>
          <a:prstGeom prst="roundRect">
            <a:avLst>
              <a:gd name="adj" fmla="val 19048"/>
            </a:avLst>
          </a:prstGeom>
          <a:solidFill>
            <a:srgbClr val="1C4370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816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ADDITIONAL COST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98080" y="28163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₹2,750–5,200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370332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703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703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setup &amp; sensor testing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402336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4023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implementation &amp; bench testing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20640" y="434340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4343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343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integration &amp; flight tests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0" y="4663440"/>
            <a:ext cx="1645920" cy="347472"/>
          </a:xfrm>
          <a:prstGeom prst="roundRect">
            <a:avLst>
              <a:gd name="adj" fmla="val 39474"/>
            </a:avLst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4663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4663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documentation &amp; demo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C4370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234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207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module that integrates with an existing drone and triggers safe emergency landing autonomously.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C4370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234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577840" y="12070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Performance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6002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battery-threshold and obstacle detection accuracy in controlled flight tests.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C4370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520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diagrams, code repository, test reports, and a final demo video.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4114800" cy="1691640"/>
          </a:xfrm>
          <a:prstGeom prst="roundRect">
            <a:avLst>
              <a:gd name="adj" fmla="val 4324"/>
            </a:avLst>
          </a:prstGeom>
          <a:solidFill>
            <a:srgbClr val="1C4370"/>
          </a:solidFill>
          <a:ln w="6350">
            <a:solidFill>
              <a:srgbClr val="CC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77840" y="3127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 Contribution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352044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replicable, low-cost safety add-on that advances reliable drone infrastructure globally.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C4370"/>
          </a:solidFill>
          <a:ln w="12700">
            <a:solidFill>
              <a:srgbClr val="1C43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54864"/>
          </a:xfrm>
          <a:prstGeom prst="rect">
            <a:avLst/>
          </a:prstGeom>
          <a:solidFill>
            <a:srgbClr val="13C4A3"/>
          </a:solidFill>
          <a:ln w="12700">
            <a:solidFill>
              <a:srgbClr val="13C4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3C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Emergency Landing Assistant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Drones Course  •  SDG 9 — Industry &amp; Innovation  •  Proposal Due: 31 July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695</Words>
  <Application>Microsoft Office PowerPoint</Application>
  <PresentationFormat>On-screen Show (16:9)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Rajsekhar Roy</cp:lastModifiedBy>
  <cp:revision>2</cp:revision>
  <dcterms:created xsi:type="dcterms:W3CDTF">2026-08-11T13:29:43Z</dcterms:created>
  <dcterms:modified xsi:type="dcterms:W3CDTF">2026-08-15T16:22:16Z</dcterms:modified>
</cp:coreProperties>
</file>